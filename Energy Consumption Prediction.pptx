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72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6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73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7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70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7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3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00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14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43B8D-3D87-4DC0-8D8F-F966A9ABDF4B}" type="datetimeFigureOut">
              <a:rPr lang="en-US" smtClean="0"/>
              <a:t>16-Jan-26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65F27-D979-4460-9BF6-85FD3A273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2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 Consumption Prediction Leveraging Linear Regression for a Greener Future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By:Daniyal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Younas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 NO:MSAIW-SU92-S25-010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42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Energy waste in buildings accounts for a significant portion of global carbon emissions. Without accurate forecasting, facilities over-cool, over-heat, and mismanage power loads.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 utilize a dataset containing building metrics (Square Footage, Occupants, Appliances) and environmental factors (Temperature) to predict usage (kWh).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Machine Learning approach using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transparent, scalable, and highly accurate prediction engine.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335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Accuracy: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model that forecasts energy demand with minimal error.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Analysis: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which factor (e.g., Temperature vs. Occupancy) is the strongest driver of energy use.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data that allows businesses to reduce peak-load charges.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Baseline: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 standard "Expected Use" metric to help detect equipment inefficiencies or leaks.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602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650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&amp; Cleaning: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* Importing the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outliers (e.g., impossible energy readings) and checking for missing values.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* Using correlation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heatmaps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see how "Square Footage" correlates with "kWh."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trends across different "Building Types."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* Converting categorical data (like "Residential" or "Commercial") into numerical values using One-Hot Encoding.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256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&amp; Scalability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lphaU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Real-Time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Data:The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model uses a static dataset. The next phase involves connecting the model to live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(smart meters and thermostats).</a:t>
            </a:r>
          </a:p>
          <a:p>
            <a:pPr marL="514350" indent="-514350">
              <a:buAutoNum type="alphaU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 Advanced Algorithm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Testing:Random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Forest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Regressors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To capture complex interactions between variables.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To improve prediction accuracy in high-variance environments.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C. Deployment of a Web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Dashboard:To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make this tool accessible to non-technical facility managers, we plan to develop a User Interface (UI) using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Flask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their building parameters via a simple form.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predicted vs. actual costs on an interactive map.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Receive "Actionable Alerts" when predicted consumption exceeds a certain threshold.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223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Q&amp;A (Anticipated Questions)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Q1: Why choose Linear Regression over more complex models like Neural Networks?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Q2: How does the model handle different seasons or weather extremes?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Q3: Can this model be used for any building?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Q4: What is the biggest challenge with this dataset?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12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33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167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429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Energy Consumption Prediction Leveraging Linear Regression for a Greener Future</vt:lpstr>
      <vt:lpstr> Introduction</vt:lpstr>
      <vt:lpstr>Project Objectives</vt:lpstr>
      <vt:lpstr>Methodology</vt:lpstr>
      <vt:lpstr>Future Work &amp; Scalability</vt:lpstr>
      <vt:lpstr>Q&amp;A (Anticipated Questions)</vt:lpstr>
      <vt:lpstr>Results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Consumption Prediction Leveraging Linear Regression for a Greener Future</dc:title>
  <dc:creator>Sky</dc:creator>
  <cp:lastModifiedBy>Sky</cp:lastModifiedBy>
  <cp:revision>3</cp:revision>
  <dcterms:created xsi:type="dcterms:W3CDTF">2026-01-16T15:27:16Z</dcterms:created>
  <dcterms:modified xsi:type="dcterms:W3CDTF">2026-01-16T15:39:50Z</dcterms:modified>
</cp:coreProperties>
</file>